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Detecting Fraudulent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Data Engineering with ETL (SSIS) &amp; SSMS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6F7"/>
                </a:solidFill>
                <a:latin typeface="Segoe UI"/>
              </a:rPr>
              <a:t>Problem Statement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A44"/>
                </a:solidFill>
                <a:latin typeface="Segoe UI"/>
              </a:rPr>
              <a:t>• Financial institutions process thousands of transactions daily.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A44"/>
                </a:solidFill>
                <a:latin typeface="Segoe UI"/>
              </a:rPr>
              <a:t>• A small number are fraudulent — large amounts, suspended accounts, or country mismatches.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A44"/>
                </a:solidFill>
                <a:latin typeface="Segoe UI"/>
              </a:rPr>
              <a:t>• Manual review of every transaction is impossible.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A44"/>
                </a:solidFill>
                <a:latin typeface="Segoe UI"/>
              </a:rPr>
              <a:t>• We need an automated ETL pipeline to extract, apply fraud rules, and flag suspicious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solidFill>
            <a:srgbClr val="F4F6F7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/>
            <a:r>
              <a:rPr sz="2200">
                <a:solidFill>
                  <a:srgbClr val="1F2A44"/>
                </a:solidFill>
                <a:latin typeface="Segoe UI"/>
              </a:rPr>
              <a:t>Given a set of customer and transaction records, build an ETL pipeline that identifies and flags potentially fraudulent transactions based on defined business rules, and loads the flagged records into a staging table for further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Segoe UI"/>
              </a:rPr>
              <a:t>Objectives — What We Need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A44"/>
                </a:solidFill>
                <a:latin typeface="Segoe UI"/>
              </a:rPr>
              <a:t>• Extract — Load Customers.csv and Transactions.csv into SQL Server staging tables using SSIS.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A44"/>
                </a:solidFill>
                <a:latin typeface="Segoe UI"/>
              </a:rPr>
              <a:t>• Transform — Join transactions to customers and apply fraud-detection rules: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  <a:latin typeface="Segoe UI"/>
              </a:rPr>
              <a:t>– Transactions on suspended accounts.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  <a:latin typeface="Segoe UI"/>
              </a:rPr>
              <a:t>– Amount above a threshold (e.g. &gt; $5,000).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  <a:latin typeface="Segoe UI"/>
              </a:rPr>
              <a:t>– Location does not match the customer's country.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A44"/>
                </a:solidFill>
                <a:latin typeface="Segoe UI"/>
              </a:rPr>
              <a:t>• Load — Write all flagged transactions into a FlaggedTransactions table.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A44"/>
                </a:solidFill>
                <a:latin typeface="Segoe UI"/>
              </a:rPr>
              <a:t>• Analyse — Run SQL queries in SSMS to review and summarise flagged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Scope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Segoe U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In scope: Rule-based detection using ETL (SSIS) and SQL (SSMS).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Out of scope: Machine-learning models, real-time streaming, production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Segoe UI"/>
              </a:rPr>
              <a:t>Data Sources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1148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Customers.csv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Customer master data (ID, name, country, account status)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Transactions.csv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Transaction records (ID, customer, amount, date, location)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Fraud Detection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 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AccountStatus = 'Suspended'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Activity on a blocked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Amount &gt; 5000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Unusually high transaction value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Location &lt;&gt; Customer.Country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A44"/>
                          </a:solidFill>
                          <a:latin typeface="Segoe UI"/>
                        </a:defRPr>
                      </a:pPr>
                      <a:r>
                        <a:t>Geographic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Expected Outcome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Segoe UI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A working ETL pipeline producing a FlaggedTransactions table of every rule-violating transaction, ready for analyst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Segoe UI"/>
              </a:rPr>
              <a:t>Success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All CSV data loads into SQL Server without errors.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Known planted anomalies (T1004, T1006, T1008) are correctly flagged.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A44"/>
                </a:solidFill>
                <a:latin typeface="Segoe UI"/>
              </a:rPr>
              <a:t>• Flagged results are queryable and summarised in SSMS.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3383280" cy="2377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SSMS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Database, tables, and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2103120"/>
            <a:ext cx="3383280" cy="2377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SSIS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ETL pipeline (extract, transform, load)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2103120"/>
            <a:ext cx="3383280" cy="2377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CSV Files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Source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